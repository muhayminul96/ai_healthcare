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Lobster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obster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75fc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75fc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75fce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75fce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75fc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75fc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07e929ae9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07e929ae9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07e929ae9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07e929ae9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07e929ae9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07e929ae9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e929ae9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07e929ae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07e929ae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07e929ae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07e929ae9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07e929ae9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508475" y="642500"/>
            <a:ext cx="6164400" cy="200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Metaverse for Healthcare: A Survey on Potential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Applications, Challenges and Future Directions</a:t>
            </a:r>
            <a:endParaRPr sz="30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Syed Muhayminul Islam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 2671512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2" type="body"/>
          </p:nvPr>
        </p:nvSpPr>
        <p:spPr>
          <a:xfrm>
            <a:off x="4572000" y="724200"/>
            <a:ext cx="4204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lang="en"/>
              <a:t>Author:</a:t>
            </a:r>
            <a:br>
              <a:rPr lang="en"/>
            </a:br>
            <a:r>
              <a:rPr lang="en"/>
              <a:t>Mamoun Alazab,Reddy Gadekallu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lang="en"/>
              <a:t>Publisher:</a:t>
            </a:r>
            <a:br>
              <a:rPr lang="en"/>
            </a:br>
            <a:r>
              <a:rPr lang="en"/>
              <a:t>IEEE </a:t>
            </a:r>
            <a:r>
              <a:rPr lang="en"/>
              <a:t>Access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None/>
            </a:pPr>
            <a:r>
              <a:rPr lang="en"/>
              <a:t>Copyright Date:</a:t>
            </a:r>
            <a:br>
              <a:rPr lang="en"/>
            </a:br>
            <a:r>
              <a:rPr lang="en"/>
              <a:t>2023</a:t>
            </a:r>
            <a:endParaRPr/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Digital technology is improving healthcare services. The Metaverse allows doctors and patients to interact in a virtual environment using AI, VR, and smart devices. It helps provide better, personalized, and lower-cost treatment. The article explains its technologies, applications, challenges, and future possibilities to improve healthcare systems.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8875" y="3305575"/>
            <a:ext cx="2076525" cy="160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State of the Art: Digital and Smart Healthcare Technologies</a:t>
            </a:r>
            <a:endParaRPr sz="2100"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 Data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Intelligence (AI)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Wireless Communication Networks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 of Things (IoT)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Edge Computing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Computing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Immersive Technology (AR/VR)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475" y="451525"/>
            <a:ext cx="8697050" cy="449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Potential Applications of the Metaverse for Healthcare</a:t>
            </a:r>
            <a:endParaRPr sz="2100"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 Training and Education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Virtual Consultation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Surgery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Patient Monitoring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Remote Healthcare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 Diagnosis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Patient Counselling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 Research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550" y="152400"/>
            <a:ext cx="748652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650" y="308325"/>
            <a:ext cx="6071151" cy="476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260725" y="1340875"/>
            <a:ext cx="8495400" cy="32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3600">
                <a:latin typeface="Lobster"/>
                <a:ea typeface="Lobster"/>
                <a:cs typeface="Lobster"/>
                <a:sym typeface="Lobster"/>
              </a:rPr>
              <a:t>Thank You</a:t>
            </a:r>
            <a:endParaRPr b="1" sz="13600"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